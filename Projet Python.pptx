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56023-081F-4B16-A29B-2B582A3E4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5C7A0A-D5C0-4735-95A2-87859A063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8620A-DA99-4259-A62B-39DFCFEB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A0496C-15B0-44A9-8E6D-CDC23511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AE0D2-BBEA-49B4-AFCC-4BEA6EB0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70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C06E5D-3929-4179-AD1C-50E5143C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4599E-27FE-4794-BFB4-BED04C4F0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31A1CF-A018-4CBC-A09A-81D55C3F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C12651-F5B4-4E99-B46D-853AD5BB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CE1C1-695D-4541-937A-D123BB5D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29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8FC1B-2F6C-4C3A-A4D3-0F594D23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BD02C0-8429-4332-A7C5-18C7A769A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153165-08A6-4966-A382-58FE1DA1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57BCC0-04C2-4419-BCDE-83628673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5363DB-D076-4D1A-88C8-6A5633BB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64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773D4-4C8F-438D-B0C1-D13CC7E6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776D3E-78B5-4D50-B56B-5882E20BC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274F46-DB26-46F3-8EE5-26F38038A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81F77F-FCD2-4D08-B4C5-7A8E3621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222679-213A-4E20-A664-D69E63B95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6653D8-2DDD-4378-BFC6-416068CB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36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9ABA5B-B3AB-444D-87E4-D53D007A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963782-BE85-438C-AE8F-1D348672F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7212DD-0148-4DA9-9457-A0BB85480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409D9C-F6A3-4421-9E1F-9619558B9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E80208-6B81-4674-94D9-831A71ACB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D816B7-2771-4A5A-9F8A-6A648D47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8BB6173-7494-483B-AB72-51C6BEE4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F5DF76-6C9D-4710-8F0A-70AB090E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966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6128F-DF3A-4164-97DF-A59FDC8C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7182F6-53DE-4EA0-AAD8-A8EE3963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5337C5-2C94-4B8E-B848-850288AD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5DD236-7113-49E4-B8BE-FB7CF0C9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18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C21025-4B79-4A62-B2DF-82B9CFAC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4F6D6D-8942-4A54-9194-61070A97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1B4B7A-92B6-4FC8-A89F-4051219A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49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1DD2DD-6D1C-483E-A82A-3A7A2BA9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077A-27BB-4DFC-998D-EF4FC7F8E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00CBBF-B184-4930-8EFD-D0AA641FE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89880E-05E4-4A8A-AC48-D5DBB5D4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35D58E-B4CA-4347-ADFB-4E853F90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538D1-1406-4111-B38D-835EDECE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51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36B0B-79C8-40B0-B8E1-D3477400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9EE1A9-27F0-4679-80CE-BB0B2010F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F9FF8D-9917-4B8F-868F-34A1FA334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0692D-6103-46BE-BE31-4ED0EC65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2D0257-B5C7-407E-ACF6-68306BFA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0C3B8E-3740-4A4F-BA45-DF859CE9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219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76E87-3CBD-444F-B7AD-DFE5487F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08E014-9197-4C88-91B2-029123A50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C25C68-5805-44FB-B684-EF6623E7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43C8ED-C459-4D08-B15E-27B0134E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C4E411-2732-4B87-A026-30C4FD398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10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39365B1-33AB-4E17-9F3F-47588A9BC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C3320-C284-4520-BBB1-EAB2A0D26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86E91C-1A1B-4A4C-A57A-01E12189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AFF074-A0D5-4631-958F-C775ED22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217782-66EC-4E32-A64F-2915EC7F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20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E289F70-CA27-4D8E-A810-1181B626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6F5D09-D1F2-4093-9C99-568ADF373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09949-E6E7-4FB1-9EEA-1F5F7853D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2450-3460-4A68-B304-201FC2D2B1C4}" type="datetimeFigureOut">
              <a:rPr lang="fr-FR" smtClean="0"/>
              <a:t>31/01/2020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7828B0-B17F-4B7C-AC92-0D7838008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6980C1-F6CD-479D-99C1-820927E80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9BA55-470F-4853-B03D-F3C05E029D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94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719AA-B65F-44BB-9571-DE76545F7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Projet Python</a:t>
            </a:r>
            <a:br>
              <a:rPr lang="fr-FR" dirty="0"/>
            </a:br>
            <a:r>
              <a:rPr lang="fr-FR" dirty="0"/>
              <a:t>PPG_DALIA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90F49B-6256-45D6-9C9E-A33375CB6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Florent Bissonnier-Gillot</a:t>
            </a:r>
          </a:p>
          <a:p>
            <a:r>
              <a:rPr lang="fr-FR" dirty="0"/>
              <a:t>IBO1</a:t>
            </a:r>
          </a:p>
        </p:txBody>
      </p:sp>
    </p:spTree>
    <p:extLst>
      <p:ext uri="{BB962C8B-B14F-4D97-AF65-F5344CB8AC3E}">
        <p14:creationId xmlns:p14="http://schemas.microsoft.com/office/powerpoint/2010/main" val="198676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81183-9C50-4391-80B3-DC189165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FB40D3-29E4-4FA6-9B4E-C067DD1CB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15 personnes ont été sujettes à des tests médicaux relevant leur pouls et autres informations durant des activités physiques ou non diverses</a:t>
            </a:r>
          </a:p>
          <a:p>
            <a:r>
              <a:rPr lang="fr-FR" dirty="0"/>
              <a:t>Des capteurs ont été placé au niveau de leur poignet et leur poitrine afin de mesurer diverses informations</a:t>
            </a:r>
          </a:p>
          <a:p>
            <a:r>
              <a:rPr lang="fr-FR" dirty="0"/>
              <a:t>Nous avons aussi accès à des informations personnelles telles que leur poids, leur taille, ou encore leur niveau sportif.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On veut pouvoir déterminer quelle activité une personne est en 	train de faire en fonction de ces différentes informations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591A018A-1F97-46A7-A3D2-4F762F5F6E95}"/>
              </a:ext>
            </a:extLst>
          </p:cNvPr>
          <p:cNvSpPr/>
          <p:nvPr/>
        </p:nvSpPr>
        <p:spPr>
          <a:xfrm>
            <a:off x="964734" y="5217952"/>
            <a:ext cx="729842" cy="444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16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406EEA-B193-4B59-B9F4-B25D8EA25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Réflexions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C40660-E3DA-4242-8B4C-570F67510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L’idée est intéressante, de nombreux facteurs mesurés par les capteurs ou fournis par les personnes ont sûrement une corrélation assez élevée avec le type d’activité</a:t>
            </a:r>
          </a:p>
          <a:p>
            <a:r>
              <a:rPr lang="fr-FR" dirty="0"/>
              <a:t>Se baser uniquement sur la température et le pouls semblerait être une erreur car ceux-ci expliquent seulement dans le contexte de la personne : une personne sportive aura un pouls et une température plus faible durant une activité physique qu’une personne non sportive</a:t>
            </a:r>
          </a:p>
          <a:p>
            <a:r>
              <a:rPr lang="fr-FR" dirty="0"/>
              <a:t>Le sujet semble cependant limité à sa scope car effectif que sur les activités labélisées dans une société où l’on effectue de nombreuses activités différentes que celles mentionnées dans l’étude</a:t>
            </a:r>
          </a:p>
        </p:txBody>
      </p:sp>
    </p:spTree>
    <p:extLst>
      <p:ext uri="{BB962C8B-B14F-4D97-AF65-F5344CB8AC3E}">
        <p14:creationId xmlns:p14="http://schemas.microsoft.com/office/powerpoint/2010/main" val="284411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C3CE6-2BFC-4BDA-8F73-984B3D99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82A998-FC5C-4C6C-B13D-79F1A59AC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valeur que nous voulons déterminer étant </a:t>
            </a:r>
            <a:r>
              <a:rPr lang="fr-FR" dirty="0" err="1"/>
              <a:t>activity</a:t>
            </a:r>
            <a:r>
              <a:rPr lang="fr-FR" dirty="0"/>
              <a:t>, il a fallu </a:t>
            </a:r>
            <a:r>
              <a:rPr lang="fr-FR" dirty="0" err="1"/>
              <a:t>scaler</a:t>
            </a:r>
            <a:r>
              <a:rPr lang="fr-FR" dirty="0"/>
              <a:t> toutes les autres variables sur sa fréquence de 4Hz</a:t>
            </a:r>
          </a:p>
          <a:p>
            <a:r>
              <a:rPr lang="fr-FR" dirty="0"/>
              <a:t>De plus, il a fallu sortir les valeurs mesurées de leurs dictionnaires respectifs afin d’avoir un </a:t>
            </a:r>
            <a:r>
              <a:rPr lang="fr-FR" dirty="0" err="1"/>
              <a:t>dataframe</a:t>
            </a:r>
            <a:r>
              <a:rPr lang="fr-FR" dirty="0"/>
              <a:t> utilisable</a:t>
            </a:r>
          </a:p>
          <a:p>
            <a:r>
              <a:rPr lang="fr-FR" dirty="0"/>
              <a:t>Pour le choix des variables à entrer dans les modèles, je me suis basé sur la matrice de corrélation</a:t>
            </a:r>
          </a:p>
          <a:p>
            <a:r>
              <a:rPr lang="fr-FR" dirty="0"/>
              <a:t>Enfin, pour combler les NAN, il m’a paru pertinent de les remplacer par la valeur existante précédente étant donné qu’on a un flux continu, les valeurs 2 à 2 sont assez proches et cela ne faussera pas les données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855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7B807-4436-4F9C-B109-5E49A00E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DB3D52-2BC4-437E-9C8F-D26F8763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J’ai choisi de créer deux modèles de classifications différents:</a:t>
            </a:r>
          </a:p>
          <a:p>
            <a:pPr lvl="1"/>
            <a:r>
              <a:rPr lang="fr-FR" dirty="0"/>
              <a:t>Un modèle </a:t>
            </a:r>
            <a:r>
              <a:rPr lang="fr-FR" dirty="0" err="1"/>
              <a:t>RandomForest</a:t>
            </a:r>
            <a:endParaRPr lang="fr-FR" dirty="0"/>
          </a:p>
          <a:p>
            <a:pPr lvl="1"/>
            <a:r>
              <a:rPr lang="fr-FR" dirty="0"/>
              <a:t>Un modèle </a:t>
            </a:r>
            <a:r>
              <a:rPr lang="fr-FR" dirty="0" err="1"/>
              <a:t>GradientBoosting</a:t>
            </a:r>
            <a:endParaRPr lang="fr-FR" dirty="0"/>
          </a:p>
          <a:p>
            <a:r>
              <a:rPr lang="fr-FR" dirty="0"/>
              <a:t>Les deux modèles donnent un résultat satisfaisant, notamment le </a:t>
            </a:r>
            <a:r>
              <a:rPr lang="fr-FR" dirty="0" err="1"/>
              <a:t>RandomForest</a:t>
            </a:r>
            <a:r>
              <a:rPr lang="fr-FR" dirty="0"/>
              <a:t> qui a des scores de précision et de </a:t>
            </a:r>
            <a:r>
              <a:rPr lang="fr-FR" dirty="0" err="1"/>
              <a:t>Recall</a:t>
            </a:r>
            <a:r>
              <a:rPr lang="fr-FR" dirty="0"/>
              <a:t> très </a:t>
            </a:r>
            <a:r>
              <a:rPr lang="fr-FR" dirty="0" err="1"/>
              <a:t>élévés</a:t>
            </a:r>
            <a:endParaRPr lang="fr-FR" dirty="0"/>
          </a:p>
          <a:p>
            <a:r>
              <a:rPr lang="fr-FR" dirty="0"/>
              <a:t>Pour le modèle </a:t>
            </a:r>
            <a:r>
              <a:rPr lang="fr-FR" dirty="0" err="1"/>
              <a:t>GradientBoosting</a:t>
            </a:r>
            <a:r>
              <a:rPr lang="fr-FR" dirty="0"/>
              <a:t>, il a fallu de nombreux changements de paramètres afin que celui-ci n’</a:t>
            </a:r>
            <a:r>
              <a:rPr lang="fr-FR" dirty="0" err="1"/>
              <a:t>overfit</a:t>
            </a:r>
            <a:r>
              <a:rPr lang="fr-FR" dirty="0"/>
              <a:t> plus sur les données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33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7504C-7A62-450A-951E-38CC6FF0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CB1441-6A3F-4F17-866B-85296370B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J’ai commencé l’API en me basant sur votre tutoriel mais n’arrive pas à la faire tourner correctement, je met tout de même mon avancement sur le git</a:t>
            </a:r>
          </a:p>
        </p:txBody>
      </p:sp>
    </p:spTree>
    <p:extLst>
      <p:ext uri="{BB962C8B-B14F-4D97-AF65-F5344CB8AC3E}">
        <p14:creationId xmlns:p14="http://schemas.microsoft.com/office/powerpoint/2010/main" val="41310847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387</Words>
  <Application>Microsoft Office PowerPoint</Application>
  <PresentationFormat>Grand écran</PresentationFormat>
  <Paragraphs>26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Projet Python PPG_DALIA</vt:lpstr>
      <vt:lpstr>Le problème</vt:lpstr>
      <vt:lpstr>Réflexions</vt:lpstr>
      <vt:lpstr>Variables</vt:lpstr>
      <vt:lpstr>Modèles</vt:lpstr>
      <vt:lpstr>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Python PPG_DALIA</dc:title>
  <dc:creator>Florent Bissonnier</dc:creator>
  <cp:lastModifiedBy>Florent Bissonnier</cp:lastModifiedBy>
  <cp:revision>3</cp:revision>
  <dcterms:created xsi:type="dcterms:W3CDTF">2020-01-31T15:38:44Z</dcterms:created>
  <dcterms:modified xsi:type="dcterms:W3CDTF">2020-01-31T16:03:40Z</dcterms:modified>
</cp:coreProperties>
</file>